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3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7.fntdata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www.ncl.ac.uk/gps/staff/profile/chrismoreh.html" TargetMode="External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github.com/CGMoreh" TargetMode="External"/><Relationship Id="rId11" Type="http://schemas.openxmlformats.org/officeDocument/2006/relationships/image" Target="../media/image6.svg"/><Relationship Id="rId5" Type="http://schemas.openxmlformats.org/officeDocument/2006/relationships/hyperlink" Target="https://www.chrismoreh.com/" TargetMode="External"/><Relationship Id="rId10" Type="http://schemas.openxmlformats.org/officeDocument/2006/relationships/image" Target="../media/image5.png"/><Relationship Id="rId4" Type="http://schemas.openxmlformats.org/officeDocument/2006/relationships/hyperlink" Target="mailto:chris.moreh@ncl.ac.uk" TargetMode="External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5.png"/><Relationship Id="rId5" Type="http://schemas.openxmlformats.org/officeDocument/2006/relationships/image" Target="../media/image24.gif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.png"/><Relationship Id="rId5" Type="http://schemas.openxmlformats.org/officeDocument/2006/relationships/image" Target="../media/image24.gif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77/0731121421990045" TargetMode="Externa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docProps/app0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On-screen Show (16:9)</PresentationFormat>
  <Paragraphs>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Narrow</vt:lpstr>
      <vt:lpstr>Calibri</vt:lpstr>
      <vt:lpstr>Courier New</vt:lpstr>
      <vt:lpstr>SOC2069 Theme</vt:lpstr>
      <vt:lpstr>Presentation Title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